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58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602CF0-8CC4-4C11-BCD6-391DE5A56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4885FA4-226C-4A93-ACB9-6961E043B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852FF2-7A08-433D-8E1D-790AC1FF1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5D91CE-3F72-40B8-8A07-CDF92C27E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1BBD72-AB73-48D1-8B9B-55792B265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9279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07003E-D4B4-48CA-BB2F-F45CAAD96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D07AA9-BE1A-4693-96E9-4B79D4F74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69C4AC-ACDE-475B-88D8-6E921BDF2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E9C1417-5016-4E61-AF1E-1DE35D209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7C0DC1-3B62-4FD5-B5A1-89042F05D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143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E4828D-9F65-4FF9-AA7B-FAC2199A4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7EF2F66-0A3E-46F5-B8A5-12915DE0D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82B4D0-A114-4BC1-8419-D86B6D6A1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7A8BD1-AF0D-489A-AEF0-AAB75C8A8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C7BDB9-8582-43B2-A50C-C94358B52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5539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77FCCB-96C4-4997-B636-CB0B6E690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2BCDED-6E03-419F-8F1E-EBDA5C7C7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BB9A0D1-C305-43E9-AB47-56BBBF210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EEB8210-B52E-4034-948B-CD9CC1236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8FF59C-4B85-4D9B-9F66-5A4206880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0943621-23ED-4508-A221-80AE0EB98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2785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510E3C-41E5-47D0-BD3D-CB48FDCF6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75A7395-CC71-47B7-91DC-966D10CA2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90BFB69-D889-4633-A536-4D5B57B56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28291F4-487D-4ADE-BA6E-CF765DF400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F4CBDB-E653-4D34-8958-0E84F8972D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C8E1E08-7EB1-4C38-829A-CC7878552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87E2DE0-325D-4C89-948D-64154ACFA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481B98A-7F1C-4419-AB6C-566EBA264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8922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EEB557-DD1A-43A5-9003-11BD7474E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D1940F2-3645-48BE-A5BE-FD87D88DF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0A479B1-C7D7-4150-A871-B7CCA4FDB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04EEE2A-34AA-4839-B923-ACEC9AD8E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5528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ADC5413-580D-4AD5-AD4A-BD9CE3004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757C742-C47F-470C-ADEF-AB6D54885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E9EAA1-C48C-40DB-9962-1892444B9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3802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721DDC-4A89-4AFA-9B09-6ABEA12C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5403EB-F539-499D-8720-8AB598E37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F825D9E-DF52-42B7-9E52-76DD9A5A1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DA17405-CBAD-4D98-809D-F306D3E88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D40BA8E-74DC-4705-B7BA-4F3A9358E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25ECC93-1B12-4240-8BD5-7DC3D4D7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7350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FBB17B-4EB7-4E7B-B686-810CF6F8F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361D8E6-CE36-4698-896B-EDDFE5C6CA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09C5F05-5A4B-4BAB-A19E-C88E52778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D90695E-8A94-407F-9262-A111270C9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4EFAEBD-CA63-419E-8188-C68381A4C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0CC8D8-B05C-4628-ABF5-64387DBF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4404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37337D-C1CB-439D-96C0-65141615E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CAE3785-7353-4B0B-B4DA-4B82D2C45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3EFBD7-BBFD-4D36-A3B5-75AD9016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B97178-3384-4724-B32D-0CA49F044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457D6C-A057-4279-92BB-77CBD7FCF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867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377D961-1932-4015-9B34-77A077BC7D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55CE96B-FAA7-4E4F-9034-6DA0B2635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FAAD19-426A-46F4-9CF7-1DD3067C6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28E84-A7D2-4159-A0E1-378114FD4EAF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1F64D6-CE66-482D-86B2-41B1B0BB1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CF31AB-3970-4309-8857-108CF5585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3328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1482EFE-F7FB-4B82-A6D7-ED32DE91A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744516E-08DA-4586-BD35-16D8EF0C6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561784-D65A-4D50-85B7-BFD78EA2E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28E84-A7D2-4159-A0E1-378114FD4EAF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FBFF5A-0075-4EA5-B4E3-99B3DCDA6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91DF05-B1CD-4C1E-A527-41C0B479A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D9E-CB7A-4B4C-9AEF-1FD94F2A48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672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tmp"/><Relationship Id="rId3" Type="http://schemas.openxmlformats.org/officeDocument/2006/relationships/image" Target="../media/image2.tmp"/><Relationship Id="rId7" Type="http://schemas.openxmlformats.org/officeDocument/2006/relationships/image" Target="../media/image6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tmp"/><Relationship Id="rId5" Type="http://schemas.openxmlformats.org/officeDocument/2006/relationships/image" Target="../media/image4.tmp"/><Relationship Id="rId4" Type="http://schemas.openxmlformats.org/officeDocument/2006/relationships/image" Target="../media/image3.tmp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tmp"/><Relationship Id="rId3" Type="http://schemas.openxmlformats.org/officeDocument/2006/relationships/image" Target="../media/image2.tmp"/><Relationship Id="rId7" Type="http://schemas.openxmlformats.org/officeDocument/2006/relationships/image" Target="../media/image6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tmp"/><Relationship Id="rId5" Type="http://schemas.openxmlformats.org/officeDocument/2006/relationships/image" Target="../media/image4.tmp"/><Relationship Id="rId4" Type="http://schemas.openxmlformats.org/officeDocument/2006/relationships/image" Target="../media/image3.tmp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Image 104">
            <a:extLst>
              <a:ext uri="{FF2B5EF4-FFF2-40B4-BE49-F238E27FC236}">
                <a16:creationId xmlns:a16="http://schemas.microsoft.com/office/drawing/2014/main" id="{C7E23AF3-C793-44EE-B6CF-4435164EB6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 rot="10800000">
            <a:off x="8315909" y="3914755"/>
            <a:ext cx="748422" cy="221711"/>
          </a:xfrm>
          <a:prstGeom prst="rect">
            <a:avLst/>
          </a:prstGeom>
        </p:spPr>
      </p:pic>
      <p:pic>
        <p:nvPicPr>
          <p:cNvPr id="103" name="Image 102">
            <a:extLst>
              <a:ext uri="{FF2B5EF4-FFF2-40B4-BE49-F238E27FC236}">
                <a16:creationId xmlns:a16="http://schemas.microsoft.com/office/drawing/2014/main" id="{68F2C9B7-5F5F-4080-BFB8-C96F724350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 rot="10800000">
            <a:off x="6016227" y="3497263"/>
            <a:ext cx="748422" cy="221711"/>
          </a:xfrm>
          <a:prstGeom prst="rect">
            <a:avLst/>
          </a:prstGeom>
        </p:spPr>
      </p:pic>
      <p:pic>
        <p:nvPicPr>
          <p:cNvPr id="71" name="Image 70">
            <a:extLst>
              <a:ext uri="{FF2B5EF4-FFF2-40B4-BE49-F238E27FC236}">
                <a16:creationId xmlns:a16="http://schemas.microsoft.com/office/drawing/2014/main" id="{64DD4491-08BB-411A-8D40-4932CC7525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 rot="10800000">
            <a:off x="6136787" y="3713798"/>
            <a:ext cx="748422" cy="221711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60541C3F-5C12-49F5-A6EE-352A718858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 rot="10800000">
            <a:off x="6509326" y="4200486"/>
            <a:ext cx="748422" cy="221711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DBA0EB6A-77DD-4F4C-BB63-447AC11728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>
            <a:off x="5574332" y="4144005"/>
            <a:ext cx="748422" cy="221711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2AB34D13-8A10-44F2-A5DB-7B5A162CBB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>
            <a:off x="3855079" y="2933256"/>
            <a:ext cx="748422" cy="22372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C0A3F14-732F-46BF-815F-3DBF57308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01993" flipH="1">
            <a:off x="10589260" y="1059212"/>
            <a:ext cx="894080" cy="821806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7509BB4-7BE7-49E9-B486-751D9B82F055}"/>
              </a:ext>
            </a:extLst>
          </p:cNvPr>
          <p:cNvCxnSpPr>
            <a:cxnSpLocks/>
          </p:cNvCxnSpPr>
          <p:nvPr/>
        </p:nvCxnSpPr>
        <p:spPr>
          <a:xfrm flipH="1">
            <a:off x="8718889" y="1358356"/>
            <a:ext cx="1900851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3260856D-06D6-42A9-8E38-941C19B8E425}"/>
              </a:ext>
            </a:extLst>
          </p:cNvPr>
          <p:cNvCxnSpPr>
            <a:cxnSpLocks/>
          </p:cNvCxnSpPr>
          <p:nvPr/>
        </p:nvCxnSpPr>
        <p:spPr>
          <a:xfrm flipH="1">
            <a:off x="1678940" y="3236286"/>
            <a:ext cx="174752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1">
            <a:extLst>
              <a:ext uri="{FF2B5EF4-FFF2-40B4-BE49-F238E27FC236}">
                <a16:creationId xmlns:a16="http://schemas.microsoft.com/office/drawing/2014/main" id="{EEEC7CDD-DA72-46BA-B6BE-8E9A976D3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01993" flipH="1">
            <a:off x="10558780" y="2004328"/>
            <a:ext cx="894080" cy="821806"/>
          </a:xfrm>
          <a:prstGeom prst="rect">
            <a:avLst/>
          </a:prstGeom>
        </p:spPr>
      </p:pic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8624286-D664-424B-AABA-9F9FF68F8D3A}"/>
              </a:ext>
            </a:extLst>
          </p:cNvPr>
          <p:cNvCxnSpPr/>
          <p:nvPr/>
        </p:nvCxnSpPr>
        <p:spPr>
          <a:xfrm flipH="1">
            <a:off x="8912860" y="2303472"/>
            <a:ext cx="1706880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9202B084-869C-4E1E-B0B7-FD489E21DE3A}"/>
              </a:ext>
            </a:extLst>
          </p:cNvPr>
          <p:cNvCxnSpPr>
            <a:cxnSpLocks/>
          </p:cNvCxnSpPr>
          <p:nvPr/>
        </p:nvCxnSpPr>
        <p:spPr>
          <a:xfrm flipH="1">
            <a:off x="7306878" y="2445712"/>
            <a:ext cx="331286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D47F3939-53F1-4E12-BACF-48EF99E7D345}"/>
              </a:ext>
            </a:extLst>
          </p:cNvPr>
          <p:cNvCxnSpPr>
            <a:cxnSpLocks/>
          </p:cNvCxnSpPr>
          <p:nvPr/>
        </p:nvCxnSpPr>
        <p:spPr>
          <a:xfrm flipH="1">
            <a:off x="8003545" y="2598112"/>
            <a:ext cx="261619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 16">
            <a:extLst>
              <a:ext uri="{FF2B5EF4-FFF2-40B4-BE49-F238E27FC236}">
                <a16:creationId xmlns:a16="http://schemas.microsoft.com/office/drawing/2014/main" id="{196F90B8-4FF9-4236-9D28-A50E5A762D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29344" flipH="1">
            <a:off x="10669936" y="3711053"/>
            <a:ext cx="778065" cy="771471"/>
          </a:xfrm>
          <a:prstGeom prst="roundRect">
            <a:avLst>
              <a:gd name="adj" fmla="val 50000"/>
            </a:avLst>
          </a:prstGeom>
        </p:spPr>
      </p:pic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75913F0-CEA9-4837-87AA-AABD23DF1447}"/>
              </a:ext>
            </a:extLst>
          </p:cNvPr>
          <p:cNvCxnSpPr>
            <a:cxnSpLocks/>
          </p:cNvCxnSpPr>
          <p:nvPr/>
        </p:nvCxnSpPr>
        <p:spPr>
          <a:xfrm flipH="1">
            <a:off x="8943340" y="4016702"/>
            <a:ext cx="17068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292D8313-7B6F-4D13-A7B3-63BFAC7A59E4}"/>
              </a:ext>
            </a:extLst>
          </p:cNvPr>
          <p:cNvCxnSpPr>
            <a:cxnSpLocks/>
          </p:cNvCxnSpPr>
          <p:nvPr/>
        </p:nvCxnSpPr>
        <p:spPr>
          <a:xfrm flipH="1" flipV="1">
            <a:off x="8003545" y="4144005"/>
            <a:ext cx="2646675" cy="14937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14C32680-36A6-4C89-8001-05DAD53A5FAA}"/>
              </a:ext>
            </a:extLst>
          </p:cNvPr>
          <p:cNvCxnSpPr>
            <a:cxnSpLocks/>
          </p:cNvCxnSpPr>
          <p:nvPr/>
        </p:nvCxnSpPr>
        <p:spPr>
          <a:xfrm flipH="1">
            <a:off x="7150100" y="4292292"/>
            <a:ext cx="350012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0334C6EF-9785-4D88-B38D-DF89AF509FDB}"/>
              </a:ext>
            </a:extLst>
          </p:cNvPr>
          <p:cNvCxnSpPr>
            <a:cxnSpLocks/>
          </p:cNvCxnSpPr>
          <p:nvPr/>
        </p:nvCxnSpPr>
        <p:spPr>
          <a:xfrm flipH="1">
            <a:off x="8943340" y="3884622"/>
            <a:ext cx="1706880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0ECF7E41-52A5-4DCA-9DF6-82E636757166}"/>
              </a:ext>
            </a:extLst>
          </p:cNvPr>
          <p:cNvCxnSpPr>
            <a:cxnSpLocks/>
          </p:cNvCxnSpPr>
          <p:nvPr/>
        </p:nvCxnSpPr>
        <p:spPr>
          <a:xfrm flipH="1">
            <a:off x="7150100" y="1510956"/>
            <a:ext cx="346964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71F5A2F9-F267-4BBA-8DE7-37DFA8538DA5}"/>
              </a:ext>
            </a:extLst>
          </p:cNvPr>
          <p:cNvCxnSpPr>
            <a:cxnSpLocks/>
          </p:cNvCxnSpPr>
          <p:nvPr/>
        </p:nvCxnSpPr>
        <p:spPr>
          <a:xfrm flipH="1">
            <a:off x="7857041" y="1663356"/>
            <a:ext cx="276269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1AD5D23C-688A-425A-A342-06F5C6A12CC2}"/>
              </a:ext>
            </a:extLst>
          </p:cNvPr>
          <p:cNvCxnSpPr>
            <a:cxnSpLocks/>
          </p:cNvCxnSpPr>
          <p:nvPr/>
        </p:nvCxnSpPr>
        <p:spPr>
          <a:xfrm flipH="1">
            <a:off x="1343660" y="3045116"/>
            <a:ext cx="26212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>
            <a:extLst>
              <a:ext uri="{FF2B5EF4-FFF2-40B4-BE49-F238E27FC236}">
                <a16:creationId xmlns:a16="http://schemas.microsoft.com/office/drawing/2014/main" id="{F4616C2A-2E04-43A4-AE9D-1AC4E4DD37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2123" y="2233619"/>
            <a:ext cx="1600282" cy="1739989"/>
          </a:xfrm>
          <a:prstGeom prst="roundRect">
            <a:avLst>
              <a:gd name="adj" fmla="val 30000"/>
            </a:avLst>
          </a:prstGeom>
        </p:spPr>
      </p:pic>
      <p:sp>
        <p:nvSpPr>
          <p:cNvPr id="42" name="Forme libre : forme 41">
            <a:extLst>
              <a:ext uri="{FF2B5EF4-FFF2-40B4-BE49-F238E27FC236}">
                <a16:creationId xmlns:a16="http://schemas.microsoft.com/office/drawing/2014/main" id="{28A8A365-14FF-47E3-962B-E6C79B23D86D}"/>
              </a:ext>
            </a:extLst>
          </p:cNvPr>
          <p:cNvSpPr/>
          <p:nvPr/>
        </p:nvSpPr>
        <p:spPr>
          <a:xfrm>
            <a:off x="4605021" y="2054432"/>
            <a:ext cx="536328" cy="1018860"/>
          </a:xfrm>
          <a:custGeom>
            <a:avLst/>
            <a:gdLst>
              <a:gd name="connsiteX0" fmla="*/ 0 w 559451"/>
              <a:gd name="connsiteY0" fmla="*/ 853440 h 871656"/>
              <a:gd name="connsiteX1" fmla="*/ 294640 w 559451"/>
              <a:gd name="connsiteY1" fmla="*/ 802640 h 871656"/>
              <a:gd name="connsiteX2" fmla="*/ 518160 w 559451"/>
              <a:gd name="connsiteY2" fmla="*/ 294640 h 871656"/>
              <a:gd name="connsiteX3" fmla="*/ 558800 w 559451"/>
              <a:gd name="connsiteY3" fmla="*/ 0 h 871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451" h="871656">
                <a:moveTo>
                  <a:pt x="0" y="853440"/>
                </a:moveTo>
                <a:cubicBezTo>
                  <a:pt x="104140" y="874606"/>
                  <a:pt x="208280" y="895773"/>
                  <a:pt x="294640" y="802640"/>
                </a:cubicBezTo>
                <a:cubicBezTo>
                  <a:pt x="381000" y="709507"/>
                  <a:pt x="474133" y="428413"/>
                  <a:pt x="518160" y="294640"/>
                </a:cubicBezTo>
                <a:cubicBezTo>
                  <a:pt x="562187" y="160867"/>
                  <a:pt x="560493" y="80433"/>
                  <a:pt x="558800" y="0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9886679A-FA50-4740-AAC4-D3774B8A20B6}"/>
              </a:ext>
            </a:extLst>
          </p:cNvPr>
          <p:cNvCxnSpPr>
            <a:cxnSpLocks/>
          </p:cNvCxnSpPr>
          <p:nvPr/>
        </p:nvCxnSpPr>
        <p:spPr>
          <a:xfrm flipV="1">
            <a:off x="3406140" y="3236086"/>
            <a:ext cx="0" cy="10299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32E21724-166F-45AD-A098-7BE1AD8F9BCB}"/>
              </a:ext>
            </a:extLst>
          </p:cNvPr>
          <p:cNvCxnSpPr>
            <a:cxnSpLocks/>
          </p:cNvCxnSpPr>
          <p:nvPr/>
        </p:nvCxnSpPr>
        <p:spPr>
          <a:xfrm flipH="1">
            <a:off x="3375660" y="4266025"/>
            <a:ext cx="230632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Image 52">
            <a:extLst>
              <a:ext uri="{FF2B5EF4-FFF2-40B4-BE49-F238E27FC236}">
                <a16:creationId xmlns:a16="http://schemas.microsoft.com/office/drawing/2014/main" id="{618484DE-1D22-4BFB-BB78-B516CC084D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153245" y="4752398"/>
            <a:ext cx="496384" cy="638208"/>
          </a:xfrm>
          <a:prstGeom prst="rect">
            <a:avLst/>
          </a:prstGeom>
        </p:spPr>
      </p:pic>
      <p:sp>
        <p:nvSpPr>
          <p:cNvPr id="54" name="Forme libre : forme 53">
            <a:extLst>
              <a:ext uri="{FF2B5EF4-FFF2-40B4-BE49-F238E27FC236}">
                <a16:creationId xmlns:a16="http://schemas.microsoft.com/office/drawing/2014/main" id="{E3173675-FC7F-4DBE-BD10-95C91B94E1AC}"/>
              </a:ext>
            </a:extLst>
          </p:cNvPr>
          <p:cNvSpPr/>
          <p:nvPr/>
        </p:nvSpPr>
        <p:spPr>
          <a:xfrm>
            <a:off x="6267450" y="4279356"/>
            <a:ext cx="25400" cy="469900"/>
          </a:xfrm>
          <a:custGeom>
            <a:avLst/>
            <a:gdLst>
              <a:gd name="connsiteX0" fmla="*/ 0 w 25400"/>
              <a:gd name="connsiteY0" fmla="*/ 0 h 469900"/>
              <a:gd name="connsiteX1" fmla="*/ 25400 w 25400"/>
              <a:gd name="connsiteY1" fmla="*/ 469900 h 46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" h="469900">
                <a:moveTo>
                  <a:pt x="0" y="0"/>
                </a:moveTo>
                <a:lnTo>
                  <a:pt x="25400" y="469900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Forme libre : forme 54">
            <a:extLst>
              <a:ext uri="{FF2B5EF4-FFF2-40B4-BE49-F238E27FC236}">
                <a16:creationId xmlns:a16="http://schemas.microsoft.com/office/drawing/2014/main" id="{152C35AD-306A-4842-94DF-82CC1AA96EE9}"/>
              </a:ext>
            </a:extLst>
          </p:cNvPr>
          <p:cNvSpPr/>
          <p:nvPr/>
        </p:nvSpPr>
        <p:spPr>
          <a:xfrm rot="11459514">
            <a:off x="6488443" y="4309454"/>
            <a:ext cx="25400" cy="469900"/>
          </a:xfrm>
          <a:custGeom>
            <a:avLst/>
            <a:gdLst>
              <a:gd name="connsiteX0" fmla="*/ 0 w 25400"/>
              <a:gd name="connsiteY0" fmla="*/ 0 h 469900"/>
              <a:gd name="connsiteX1" fmla="*/ 25400 w 25400"/>
              <a:gd name="connsiteY1" fmla="*/ 469900 h 46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" h="469900">
                <a:moveTo>
                  <a:pt x="0" y="0"/>
                </a:moveTo>
                <a:lnTo>
                  <a:pt x="25400" y="469900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36C4595F-3387-4236-AB4E-3BE7618684CC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7844725" y="1663356"/>
            <a:ext cx="12316" cy="118072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97B67730-DB5F-442E-8BF1-ACEE23A1BB71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7844725" y="2598112"/>
            <a:ext cx="158820" cy="24596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72C6C07C-DE8E-44FA-8E84-C346F94A97C4}"/>
              </a:ext>
            </a:extLst>
          </p:cNvPr>
          <p:cNvCxnSpPr>
            <a:cxnSpLocks/>
          </p:cNvCxnSpPr>
          <p:nvPr/>
        </p:nvCxnSpPr>
        <p:spPr>
          <a:xfrm flipV="1">
            <a:off x="7829930" y="3476618"/>
            <a:ext cx="0" cy="34553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A745C795-C7DF-498C-8AF7-4F3BB82D7782}"/>
              </a:ext>
            </a:extLst>
          </p:cNvPr>
          <p:cNvCxnSpPr>
            <a:cxnSpLocks/>
          </p:cNvCxnSpPr>
          <p:nvPr/>
        </p:nvCxnSpPr>
        <p:spPr>
          <a:xfrm>
            <a:off x="6776524" y="3807759"/>
            <a:ext cx="1060708" cy="1439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orme libre : forme 71">
            <a:extLst>
              <a:ext uri="{FF2B5EF4-FFF2-40B4-BE49-F238E27FC236}">
                <a16:creationId xmlns:a16="http://schemas.microsoft.com/office/drawing/2014/main" id="{C71FA09F-D87B-4708-9A7C-A11190125F8E}"/>
              </a:ext>
            </a:extLst>
          </p:cNvPr>
          <p:cNvSpPr/>
          <p:nvPr/>
        </p:nvSpPr>
        <p:spPr>
          <a:xfrm>
            <a:off x="4775200" y="2158456"/>
            <a:ext cx="1416050" cy="1649638"/>
          </a:xfrm>
          <a:custGeom>
            <a:avLst/>
            <a:gdLst>
              <a:gd name="connsiteX0" fmla="*/ 1416050 w 1416050"/>
              <a:gd name="connsiteY0" fmla="*/ 1644650 h 1649638"/>
              <a:gd name="connsiteX1" fmla="*/ 704850 w 1416050"/>
              <a:gd name="connsiteY1" fmla="*/ 1485900 h 1649638"/>
              <a:gd name="connsiteX2" fmla="*/ 400050 w 1416050"/>
              <a:gd name="connsiteY2" fmla="*/ 565150 h 1649638"/>
              <a:gd name="connsiteX3" fmla="*/ 133350 w 1416050"/>
              <a:gd name="connsiteY3" fmla="*/ 527050 h 1649638"/>
              <a:gd name="connsiteX4" fmla="*/ 0 w 1416050"/>
              <a:gd name="connsiteY4" fmla="*/ 0 h 1649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6050" h="1649638">
                <a:moveTo>
                  <a:pt x="1416050" y="1644650"/>
                </a:moveTo>
                <a:cubicBezTo>
                  <a:pt x="1145116" y="1655233"/>
                  <a:pt x="874183" y="1665817"/>
                  <a:pt x="704850" y="1485900"/>
                </a:cubicBezTo>
                <a:cubicBezTo>
                  <a:pt x="535517" y="1305983"/>
                  <a:pt x="495300" y="724958"/>
                  <a:pt x="400050" y="565150"/>
                </a:cubicBezTo>
                <a:cubicBezTo>
                  <a:pt x="304800" y="405342"/>
                  <a:pt x="200025" y="621242"/>
                  <a:pt x="133350" y="527050"/>
                </a:cubicBezTo>
                <a:cubicBezTo>
                  <a:pt x="66675" y="432858"/>
                  <a:pt x="33337" y="216429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B5E10073-56EA-4BC9-BAA0-D1FD681EABD4}"/>
              </a:ext>
            </a:extLst>
          </p:cNvPr>
          <p:cNvCxnSpPr>
            <a:cxnSpLocks/>
          </p:cNvCxnSpPr>
          <p:nvPr/>
        </p:nvCxnSpPr>
        <p:spPr>
          <a:xfrm flipH="1" flipV="1">
            <a:off x="7863238" y="3497905"/>
            <a:ext cx="140307" cy="661037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 26">
            <a:extLst>
              <a:ext uri="{FF2B5EF4-FFF2-40B4-BE49-F238E27FC236}">
                <a16:creationId xmlns:a16="http://schemas.microsoft.com/office/drawing/2014/main" id="{4A4033A7-2427-42BE-83C0-20A3E136023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4" t="5222" r="-4215" b="5870"/>
          <a:stretch/>
        </p:blipFill>
        <p:spPr>
          <a:xfrm>
            <a:off x="7731733" y="2844079"/>
            <a:ext cx="225983" cy="771699"/>
          </a:xfrm>
          <a:prstGeom prst="rect">
            <a:avLst/>
          </a:prstGeom>
        </p:spPr>
      </p:pic>
      <p:pic>
        <p:nvPicPr>
          <p:cNvPr id="85" name="Image 84">
            <a:extLst>
              <a:ext uri="{FF2B5EF4-FFF2-40B4-BE49-F238E27FC236}">
                <a16:creationId xmlns:a16="http://schemas.microsoft.com/office/drawing/2014/main" id="{5A483478-6774-4FB4-885C-CBDFCFEC827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4" t="5222" r="-4215" b="5870"/>
          <a:stretch/>
        </p:blipFill>
        <p:spPr>
          <a:xfrm>
            <a:off x="7037108" y="2666837"/>
            <a:ext cx="225983" cy="771699"/>
          </a:xfrm>
          <a:prstGeom prst="rect">
            <a:avLst/>
          </a:prstGeom>
        </p:spPr>
      </p:pic>
      <p:cxnSp>
        <p:nvCxnSpPr>
          <p:cNvPr id="88" name="Connecteur droit 87">
            <a:extLst>
              <a:ext uri="{FF2B5EF4-FFF2-40B4-BE49-F238E27FC236}">
                <a16:creationId xmlns:a16="http://schemas.microsoft.com/office/drawing/2014/main" id="{02A71E58-B4A9-4255-8685-EBFE545ED3A0}"/>
              </a:ext>
            </a:extLst>
          </p:cNvPr>
          <p:cNvCxnSpPr>
            <a:cxnSpLocks/>
            <a:endCxn id="85" idx="0"/>
          </p:cNvCxnSpPr>
          <p:nvPr/>
        </p:nvCxnSpPr>
        <p:spPr>
          <a:xfrm>
            <a:off x="7150100" y="1510956"/>
            <a:ext cx="0" cy="115588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B215144F-E94F-4DD5-9A01-3DA261B38660}"/>
              </a:ext>
            </a:extLst>
          </p:cNvPr>
          <p:cNvCxnSpPr>
            <a:cxnSpLocks/>
            <a:endCxn id="85" idx="0"/>
          </p:cNvCxnSpPr>
          <p:nvPr/>
        </p:nvCxnSpPr>
        <p:spPr>
          <a:xfrm flipH="1">
            <a:off x="7150100" y="2445712"/>
            <a:ext cx="170969" cy="2211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74ED8180-1177-4644-8E90-C55D6FFD0444}"/>
              </a:ext>
            </a:extLst>
          </p:cNvPr>
          <p:cNvCxnSpPr>
            <a:cxnSpLocks/>
            <a:stCxn id="85" idx="2"/>
          </p:cNvCxnSpPr>
          <p:nvPr/>
        </p:nvCxnSpPr>
        <p:spPr>
          <a:xfrm>
            <a:off x="7150100" y="3438536"/>
            <a:ext cx="0" cy="14809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eur droit 99">
            <a:extLst>
              <a:ext uri="{FF2B5EF4-FFF2-40B4-BE49-F238E27FC236}">
                <a16:creationId xmlns:a16="http://schemas.microsoft.com/office/drawing/2014/main" id="{2CE9D13B-7036-46E3-9489-53FB24ED0C9B}"/>
              </a:ext>
            </a:extLst>
          </p:cNvPr>
          <p:cNvCxnSpPr>
            <a:cxnSpLocks/>
          </p:cNvCxnSpPr>
          <p:nvPr/>
        </p:nvCxnSpPr>
        <p:spPr>
          <a:xfrm flipH="1" flipV="1">
            <a:off x="6649629" y="3586635"/>
            <a:ext cx="531747" cy="112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Forme libre : forme 103">
            <a:extLst>
              <a:ext uri="{FF2B5EF4-FFF2-40B4-BE49-F238E27FC236}">
                <a16:creationId xmlns:a16="http://schemas.microsoft.com/office/drawing/2014/main" id="{1AF56BF8-25C3-4696-8DED-6A770B515574}"/>
              </a:ext>
            </a:extLst>
          </p:cNvPr>
          <p:cNvSpPr/>
          <p:nvPr/>
        </p:nvSpPr>
        <p:spPr>
          <a:xfrm>
            <a:off x="5431367" y="2137289"/>
            <a:ext cx="626533" cy="1447800"/>
          </a:xfrm>
          <a:custGeom>
            <a:avLst/>
            <a:gdLst>
              <a:gd name="connsiteX0" fmla="*/ 626533 w 626533"/>
              <a:gd name="connsiteY0" fmla="*/ 1447800 h 1447800"/>
              <a:gd name="connsiteX1" fmla="*/ 127000 w 626533"/>
              <a:gd name="connsiteY1" fmla="*/ 965200 h 1447800"/>
              <a:gd name="connsiteX2" fmla="*/ 0 w 626533"/>
              <a:gd name="connsiteY2" fmla="*/ 0 h 144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6533" h="1447800">
                <a:moveTo>
                  <a:pt x="626533" y="1447800"/>
                </a:moveTo>
                <a:cubicBezTo>
                  <a:pt x="428977" y="1327150"/>
                  <a:pt x="231422" y="1206500"/>
                  <a:pt x="127000" y="965200"/>
                </a:cubicBezTo>
                <a:cubicBezTo>
                  <a:pt x="22578" y="723900"/>
                  <a:pt x="11289" y="361950"/>
                  <a:pt x="0" y="0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Forme libre : forme 105">
            <a:extLst>
              <a:ext uri="{FF2B5EF4-FFF2-40B4-BE49-F238E27FC236}">
                <a16:creationId xmlns:a16="http://schemas.microsoft.com/office/drawing/2014/main" id="{61602E57-839C-4875-A903-6C9F4E46F436}"/>
              </a:ext>
            </a:extLst>
          </p:cNvPr>
          <p:cNvSpPr/>
          <p:nvPr/>
        </p:nvSpPr>
        <p:spPr>
          <a:xfrm>
            <a:off x="5041322" y="2128823"/>
            <a:ext cx="3395711" cy="1867191"/>
          </a:xfrm>
          <a:custGeom>
            <a:avLst/>
            <a:gdLst>
              <a:gd name="connsiteX0" fmla="*/ 3395711 w 3395711"/>
              <a:gd name="connsiteY0" fmla="*/ 1862666 h 1867191"/>
              <a:gd name="connsiteX1" fmla="*/ 313845 w 3395711"/>
              <a:gd name="connsiteY1" fmla="*/ 1769533 h 1867191"/>
              <a:gd name="connsiteX2" fmla="*/ 119111 w 3395711"/>
              <a:gd name="connsiteY2" fmla="*/ 1202266 h 1867191"/>
              <a:gd name="connsiteX3" fmla="*/ 457778 w 3395711"/>
              <a:gd name="connsiteY3" fmla="*/ 1168400 h 1867191"/>
              <a:gd name="connsiteX4" fmla="*/ 771045 w 3395711"/>
              <a:gd name="connsiteY4" fmla="*/ 982133 h 1867191"/>
              <a:gd name="connsiteX5" fmla="*/ 779511 w 3395711"/>
              <a:gd name="connsiteY5" fmla="*/ 0 h 1867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95711" h="1867191">
                <a:moveTo>
                  <a:pt x="3395711" y="1862666"/>
                </a:moveTo>
                <a:cubicBezTo>
                  <a:pt x="2127828" y="1871133"/>
                  <a:pt x="859945" y="1879600"/>
                  <a:pt x="313845" y="1769533"/>
                </a:cubicBezTo>
                <a:cubicBezTo>
                  <a:pt x="-232255" y="1659466"/>
                  <a:pt x="95122" y="1302455"/>
                  <a:pt x="119111" y="1202266"/>
                </a:cubicBezTo>
                <a:cubicBezTo>
                  <a:pt x="143100" y="1102077"/>
                  <a:pt x="349122" y="1205089"/>
                  <a:pt x="457778" y="1168400"/>
                </a:cubicBezTo>
                <a:cubicBezTo>
                  <a:pt x="566434" y="1131711"/>
                  <a:pt x="717423" y="1176866"/>
                  <a:pt x="771045" y="982133"/>
                </a:cubicBezTo>
                <a:cubicBezTo>
                  <a:pt x="824667" y="787400"/>
                  <a:pt x="802089" y="393700"/>
                  <a:pt x="779511" y="0"/>
                </a:cubicBezTo>
              </a:path>
            </a:pathLst>
          </a:cu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7" name="Connecteur droit 106">
            <a:extLst>
              <a:ext uri="{FF2B5EF4-FFF2-40B4-BE49-F238E27FC236}">
                <a16:creationId xmlns:a16="http://schemas.microsoft.com/office/drawing/2014/main" id="{899B8E25-8D34-447C-A7B2-BF8FBA402A9F}"/>
              </a:ext>
            </a:extLst>
          </p:cNvPr>
          <p:cNvCxnSpPr>
            <a:cxnSpLocks/>
            <a:stCxn id="108" idx="2"/>
          </p:cNvCxnSpPr>
          <p:nvPr/>
        </p:nvCxnSpPr>
        <p:spPr>
          <a:xfrm>
            <a:off x="8831881" y="3599298"/>
            <a:ext cx="111459" cy="285324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" name="Image 107">
            <a:extLst>
              <a:ext uri="{FF2B5EF4-FFF2-40B4-BE49-F238E27FC236}">
                <a16:creationId xmlns:a16="http://schemas.microsoft.com/office/drawing/2014/main" id="{05FFE692-C563-4E75-818C-E3AFC5EB431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4" t="5222" r="-4215" b="5870"/>
          <a:stretch/>
        </p:blipFill>
        <p:spPr>
          <a:xfrm>
            <a:off x="8718889" y="2827599"/>
            <a:ext cx="225983" cy="771699"/>
          </a:xfrm>
          <a:prstGeom prst="rect">
            <a:avLst/>
          </a:prstGeom>
        </p:spPr>
      </p:pic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931B3CB8-2418-411C-BA12-B2C1AE6A9F5F}"/>
              </a:ext>
            </a:extLst>
          </p:cNvPr>
          <p:cNvCxnSpPr>
            <a:cxnSpLocks/>
            <a:stCxn id="108" idx="0"/>
          </p:cNvCxnSpPr>
          <p:nvPr/>
        </p:nvCxnSpPr>
        <p:spPr>
          <a:xfrm flipH="1" flipV="1">
            <a:off x="8718889" y="1350819"/>
            <a:ext cx="112992" cy="147678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387A5755-B86A-42A1-AE43-B2DA25EBEFAD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8831881" y="2317814"/>
            <a:ext cx="91793" cy="509785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DDDBF1C9-5F4C-4EB7-9058-441DE555E838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062" y="0"/>
            <a:ext cx="2651957" cy="2308291"/>
          </a:xfrm>
          <a:prstGeom prst="rect">
            <a:avLst/>
          </a:prstGeom>
        </p:spPr>
      </p:pic>
      <p:cxnSp>
        <p:nvCxnSpPr>
          <p:cNvPr id="124" name="Connecteur droit 123">
            <a:extLst>
              <a:ext uri="{FF2B5EF4-FFF2-40B4-BE49-F238E27FC236}">
                <a16:creationId xmlns:a16="http://schemas.microsoft.com/office/drawing/2014/main" id="{CEF33C66-894D-4B0C-9A74-850210E1D432}"/>
              </a:ext>
            </a:extLst>
          </p:cNvPr>
          <p:cNvCxnSpPr>
            <a:cxnSpLocks/>
          </p:cNvCxnSpPr>
          <p:nvPr/>
        </p:nvCxnSpPr>
        <p:spPr>
          <a:xfrm flipH="1">
            <a:off x="2763544" y="6041839"/>
            <a:ext cx="1706880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eur droit 124">
            <a:extLst>
              <a:ext uri="{FF2B5EF4-FFF2-40B4-BE49-F238E27FC236}">
                <a16:creationId xmlns:a16="http://schemas.microsoft.com/office/drawing/2014/main" id="{19DFCDA0-B141-47E1-8561-38240EA7A9A3}"/>
              </a:ext>
            </a:extLst>
          </p:cNvPr>
          <p:cNvCxnSpPr>
            <a:cxnSpLocks/>
          </p:cNvCxnSpPr>
          <p:nvPr/>
        </p:nvCxnSpPr>
        <p:spPr>
          <a:xfrm flipH="1">
            <a:off x="2770529" y="6154326"/>
            <a:ext cx="17068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eur droit 125">
            <a:extLst>
              <a:ext uri="{FF2B5EF4-FFF2-40B4-BE49-F238E27FC236}">
                <a16:creationId xmlns:a16="http://schemas.microsoft.com/office/drawing/2014/main" id="{E691D7B1-CB55-4AC0-A82E-63B26813F264}"/>
              </a:ext>
            </a:extLst>
          </p:cNvPr>
          <p:cNvCxnSpPr>
            <a:cxnSpLocks/>
          </p:cNvCxnSpPr>
          <p:nvPr/>
        </p:nvCxnSpPr>
        <p:spPr>
          <a:xfrm flipH="1">
            <a:off x="2763544" y="6295839"/>
            <a:ext cx="170688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126">
            <a:extLst>
              <a:ext uri="{FF2B5EF4-FFF2-40B4-BE49-F238E27FC236}">
                <a16:creationId xmlns:a16="http://schemas.microsoft.com/office/drawing/2014/main" id="{5B810817-2816-4659-B5A6-B313B57780A9}"/>
              </a:ext>
            </a:extLst>
          </p:cNvPr>
          <p:cNvCxnSpPr>
            <a:cxnSpLocks/>
          </p:cNvCxnSpPr>
          <p:nvPr/>
        </p:nvCxnSpPr>
        <p:spPr>
          <a:xfrm flipH="1">
            <a:off x="2770529" y="6408326"/>
            <a:ext cx="170688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3" name="Image 122">
            <a:extLst>
              <a:ext uri="{FF2B5EF4-FFF2-40B4-BE49-F238E27FC236}">
                <a16:creationId xmlns:a16="http://schemas.microsoft.com/office/drawing/2014/main" id="{EC0C9A07-BE6A-4202-91C3-86330B3F5583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21740" t="28976" r="19215" b="27153"/>
          <a:stretch/>
        </p:blipFill>
        <p:spPr>
          <a:xfrm>
            <a:off x="1699873" y="5857119"/>
            <a:ext cx="1130300" cy="826447"/>
          </a:xfrm>
          <a:prstGeom prst="rect">
            <a:avLst/>
          </a:prstGeom>
        </p:spPr>
      </p:pic>
      <p:sp>
        <p:nvSpPr>
          <p:cNvPr id="128" name="Ellipse 127">
            <a:extLst>
              <a:ext uri="{FF2B5EF4-FFF2-40B4-BE49-F238E27FC236}">
                <a16:creationId xmlns:a16="http://schemas.microsoft.com/office/drawing/2014/main" id="{EF03578C-3E45-445F-BBEF-9866C4924B8C}"/>
              </a:ext>
            </a:extLst>
          </p:cNvPr>
          <p:cNvSpPr/>
          <p:nvPr/>
        </p:nvSpPr>
        <p:spPr>
          <a:xfrm>
            <a:off x="4264708" y="6001033"/>
            <a:ext cx="262255" cy="185351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Ellipse 128">
            <a:extLst>
              <a:ext uri="{FF2B5EF4-FFF2-40B4-BE49-F238E27FC236}">
                <a16:creationId xmlns:a16="http://schemas.microsoft.com/office/drawing/2014/main" id="{40938F2F-B0B4-441A-AB6F-EA1330861709}"/>
              </a:ext>
            </a:extLst>
          </p:cNvPr>
          <p:cNvSpPr/>
          <p:nvPr/>
        </p:nvSpPr>
        <p:spPr>
          <a:xfrm>
            <a:off x="4257747" y="6266813"/>
            <a:ext cx="262255" cy="185351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37" name="Groupe 136">
            <a:extLst>
              <a:ext uri="{FF2B5EF4-FFF2-40B4-BE49-F238E27FC236}">
                <a16:creationId xmlns:a16="http://schemas.microsoft.com/office/drawing/2014/main" id="{93373196-D948-4FB6-A28B-4A012AB797B7}"/>
              </a:ext>
            </a:extLst>
          </p:cNvPr>
          <p:cNvGrpSpPr/>
          <p:nvPr/>
        </p:nvGrpSpPr>
        <p:grpSpPr>
          <a:xfrm>
            <a:off x="8003545" y="5782762"/>
            <a:ext cx="2820129" cy="826447"/>
            <a:chOff x="8266731" y="5463764"/>
            <a:chExt cx="2820129" cy="826447"/>
          </a:xfrm>
        </p:grpSpPr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BC088759-7B3E-46FE-8466-3F06D30745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30402" y="5648484"/>
              <a:ext cx="170688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9DCC6851-2DBC-4079-A699-D711B68032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37387" y="5760971"/>
              <a:ext cx="170688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necteur droit 131">
              <a:extLst>
                <a:ext uri="{FF2B5EF4-FFF2-40B4-BE49-F238E27FC236}">
                  <a16:creationId xmlns:a16="http://schemas.microsoft.com/office/drawing/2014/main" id="{178F51CD-1840-424A-935E-CB6CF350F3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30402" y="5902484"/>
              <a:ext cx="1706880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necteur droit 132">
              <a:extLst>
                <a:ext uri="{FF2B5EF4-FFF2-40B4-BE49-F238E27FC236}">
                  <a16:creationId xmlns:a16="http://schemas.microsoft.com/office/drawing/2014/main" id="{D6AC9BAF-FEF5-4B95-9767-B4FE3C5E58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37387" y="6014971"/>
              <a:ext cx="1706880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4" name="Image 133">
              <a:extLst>
                <a:ext uri="{FF2B5EF4-FFF2-40B4-BE49-F238E27FC236}">
                  <a16:creationId xmlns:a16="http://schemas.microsoft.com/office/drawing/2014/main" id="{0AB82BA7-39D8-4A2E-AD3D-C6181F6604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21740" t="28976" r="19215" b="27153"/>
            <a:stretch/>
          </p:blipFill>
          <p:spPr>
            <a:xfrm>
              <a:off x="8266731" y="5463764"/>
              <a:ext cx="1130300" cy="826447"/>
            </a:xfrm>
            <a:prstGeom prst="rect">
              <a:avLst/>
            </a:prstGeom>
          </p:spPr>
        </p:pic>
        <p:sp>
          <p:nvSpPr>
            <p:cNvPr id="136" name="Ellipse 135">
              <a:extLst>
                <a:ext uri="{FF2B5EF4-FFF2-40B4-BE49-F238E27FC236}">
                  <a16:creationId xmlns:a16="http://schemas.microsoft.com/office/drawing/2014/main" id="{A7D8BA59-0538-406B-A621-75993EFA41BC}"/>
                </a:ext>
              </a:extLst>
            </p:cNvPr>
            <p:cNvSpPr/>
            <p:nvPr/>
          </p:nvSpPr>
          <p:spPr>
            <a:xfrm>
              <a:off x="10824605" y="5873458"/>
              <a:ext cx="262255" cy="18535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8" name="ZoneTexte 137">
            <a:extLst>
              <a:ext uri="{FF2B5EF4-FFF2-40B4-BE49-F238E27FC236}">
                <a16:creationId xmlns:a16="http://schemas.microsoft.com/office/drawing/2014/main" id="{9B1CBD1B-A930-403E-8164-33BD868AC040}"/>
              </a:ext>
            </a:extLst>
          </p:cNvPr>
          <p:cNvSpPr txBox="1"/>
          <p:nvPr/>
        </p:nvSpPr>
        <p:spPr>
          <a:xfrm>
            <a:off x="1938882" y="5614842"/>
            <a:ext cx="2588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Shunt de fonctionnement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EC6F331D-3DAB-409B-B396-E6FF893B5FA2}"/>
              </a:ext>
            </a:extLst>
          </p:cNvPr>
          <p:cNvSpPr txBox="1"/>
          <p:nvPr/>
        </p:nvSpPr>
        <p:spPr>
          <a:xfrm>
            <a:off x="9121141" y="6377497"/>
            <a:ext cx="1703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Shunt de charge</a:t>
            </a:r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01E31935-454C-4AB3-B543-4BA8CBBCBC0E}"/>
              </a:ext>
            </a:extLst>
          </p:cNvPr>
          <p:cNvSpPr txBox="1"/>
          <p:nvPr/>
        </p:nvSpPr>
        <p:spPr>
          <a:xfrm>
            <a:off x="4477385" y="5948960"/>
            <a:ext cx="6639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Soudure</a:t>
            </a:r>
          </a:p>
        </p:txBody>
      </p:sp>
      <p:sp>
        <p:nvSpPr>
          <p:cNvPr id="141" name="ZoneTexte 140">
            <a:extLst>
              <a:ext uri="{FF2B5EF4-FFF2-40B4-BE49-F238E27FC236}">
                <a16:creationId xmlns:a16="http://schemas.microsoft.com/office/drawing/2014/main" id="{DD77C92C-0E19-4935-BFE9-0404748AF17D}"/>
              </a:ext>
            </a:extLst>
          </p:cNvPr>
          <p:cNvSpPr txBox="1"/>
          <p:nvPr/>
        </p:nvSpPr>
        <p:spPr>
          <a:xfrm>
            <a:off x="4477385" y="6245655"/>
            <a:ext cx="6639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Soudure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D52C41F6-5A5E-43D4-9627-D37379F2E63F}"/>
              </a:ext>
            </a:extLst>
          </p:cNvPr>
          <p:cNvSpPr txBox="1"/>
          <p:nvPr/>
        </p:nvSpPr>
        <p:spPr>
          <a:xfrm>
            <a:off x="10767135" y="6154326"/>
            <a:ext cx="6639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Soudure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6341568B-7ACA-4DB1-831C-D7B4AA7B9635}"/>
              </a:ext>
            </a:extLst>
          </p:cNvPr>
          <p:cNvSpPr txBox="1"/>
          <p:nvPr/>
        </p:nvSpPr>
        <p:spPr>
          <a:xfrm>
            <a:off x="6551554" y="4941779"/>
            <a:ext cx="11673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 err="1"/>
              <a:t>Wago</a:t>
            </a:r>
            <a:r>
              <a:rPr lang="fr-FR" sz="1100" dirty="0"/>
              <a:t> ou domino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57E793D7-1A90-4888-B5B1-7834A16E5FB1}"/>
              </a:ext>
            </a:extLst>
          </p:cNvPr>
          <p:cNvSpPr txBox="1"/>
          <p:nvPr/>
        </p:nvSpPr>
        <p:spPr>
          <a:xfrm>
            <a:off x="1925572" y="2690719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Masse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69BA6FEE-5ED3-47F4-B047-6DF5A1541194}"/>
              </a:ext>
            </a:extLst>
          </p:cNvPr>
          <p:cNvSpPr txBox="1"/>
          <p:nvPr/>
        </p:nvSpPr>
        <p:spPr>
          <a:xfrm>
            <a:off x="2030456" y="3259996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12V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2F98B45B-1449-4B17-9836-7E24EAAA9F2D}"/>
              </a:ext>
            </a:extLst>
          </p:cNvPr>
          <p:cNvSpPr txBox="1"/>
          <p:nvPr/>
        </p:nvSpPr>
        <p:spPr>
          <a:xfrm>
            <a:off x="11481588" y="1151093"/>
            <a:ext cx="537327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5V</a:t>
            </a:r>
          </a:p>
          <a:p>
            <a:r>
              <a:rPr lang="fr-FR" sz="1050" dirty="0"/>
              <a:t>Masse</a:t>
            </a:r>
          </a:p>
          <a:p>
            <a:r>
              <a:rPr lang="fr-FR" sz="1050" dirty="0"/>
              <a:t>12V</a:t>
            </a:r>
          </a:p>
        </p:txBody>
      </p:sp>
      <p:sp>
        <p:nvSpPr>
          <p:cNvPr id="148" name="ZoneTexte 147">
            <a:extLst>
              <a:ext uri="{FF2B5EF4-FFF2-40B4-BE49-F238E27FC236}">
                <a16:creationId xmlns:a16="http://schemas.microsoft.com/office/drawing/2014/main" id="{A4139612-895F-4F34-9220-B9D8C3C0C963}"/>
              </a:ext>
            </a:extLst>
          </p:cNvPr>
          <p:cNvSpPr txBox="1"/>
          <p:nvPr/>
        </p:nvSpPr>
        <p:spPr>
          <a:xfrm>
            <a:off x="11481587" y="2137289"/>
            <a:ext cx="537327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5V</a:t>
            </a:r>
          </a:p>
          <a:p>
            <a:r>
              <a:rPr lang="fr-FR" sz="1050" dirty="0"/>
              <a:t>Masse</a:t>
            </a:r>
          </a:p>
          <a:p>
            <a:r>
              <a:rPr lang="fr-FR" sz="1050" dirty="0"/>
              <a:t>12V</a:t>
            </a:r>
          </a:p>
        </p:txBody>
      </p:sp>
      <p:sp>
        <p:nvSpPr>
          <p:cNvPr id="149" name="ZoneTexte 148">
            <a:extLst>
              <a:ext uri="{FF2B5EF4-FFF2-40B4-BE49-F238E27FC236}">
                <a16:creationId xmlns:a16="http://schemas.microsoft.com/office/drawing/2014/main" id="{FAD4E591-40BE-43DD-8835-82A0B18391E1}"/>
              </a:ext>
            </a:extLst>
          </p:cNvPr>
          <p:cNvSpPr txBox="1"/>
          <p:nvPr/>
        </p:nvSpPr>
        <p:spPr>
          <a:xfrm>
            <a:off x="11428515" y="3727456"/>
            <a:ext cx="39946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5V</a:t>
            </a:r>
          </a:p>
          <a:p>
            <a:r>
              <a:rPr lang="fr-FR" sz="1050" dirty="0"/>
              <a:t>5V</a:t>
            </a:r>
          </a:p>
          <a:p>
            <a:r>
              <a:rPr lang="fr-FR" sz="1050" dirty="0"/>
              <a:t>12V</a:t>
            </a:r>
          </a:p>
          <a:p>
            <a:r>
              <a:rPr lang="fr-FR" sz="1050" dirty="0"/>
              <a:t>12V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1DA837A8-2D65-4981-B191-C8F12BF7E75A}"/>
              </a:ext>
            </a:extLst>
          </p:cNvPr>
          <p:cNvSpPr txBox="1"/>
          <p:nvPr/>
        </p:nvSpPr>
        <p:spPr>
          <a:xfrm>
            <a:off x="642813" y="1904230"/>
            <a:ext cx="930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Batterie</a:t>
            </a:r>
          </a:p>
        </p:txBody>
      </p:sp>
    </p:spTree>
    <p:extLst>
      <p:ext uri="{BB962C8B-B14F-4D97-AF65-F5344CB8AC3E}">
        <p14:creationId xmlns:p14="http://schemas.microsoft.com/office/powerpoint/2010/main" val="2883348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Image 104">
            <a:extLst>
              <a:ext uri="{FF2B5EF4-FFF2-40B4-BE49-F238E27FC236}">
                <a16:creationId xmlns:a16="http://schemas.microsoft.com/office/drawing/2014/main" id="{C7E23AF3-C793-44EE-B6CF-4435164EB6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 rot="10800000">
            <a:off x="8315909" y="3914755"/>
            <a:ext cx="748422" cy="221711"/>
          </a:xfrm>
          <a:prstGeom prst="rect">
            <a:avLst/>
          </a:prstGeom>
        </p:spPr>
      </p:pic>
      <p:pic>
        <p:nvPicPr>
          <p:cNvPr id="103" name="Image 102">
            <a:extLst>
              <a:ext uri="{FF2B5EF4-FFF2-40B4-BE49-F238E27FC236}">
                <a16:creationId xmlns:a16="http://schemas.microsoft.com/office/drawing/2014/main" id="{68F2C9B7-5F5F-4080-BFB8-C96F724350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 rot="10800000">
            <a:off x="6016227" y="3497263"/>
            <a:ext cx="748422" cy="221711"/>
          </a:xfrm>
          <a:prstGeom prst="rect">
            <a:avLst/>
          </a:prstGeom>
        </p:spPr>
      </p:pic>
      <p:pic>
        <p:nvPicPr>
          <p:cNvPr id="71" name="Image 70">
            <a:extLst>
              <a:ext uri="{FF2B5EF4-FFF2-40B4-BE49-F238E27FC236}">
                <a16:creationId xmlns:a16="http://schemas.microsoft.com/office/drawing/2014/main" id="{64DD4491-08BB-411A-8D40-4932CC7525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 rot="10800000">
            <a:off x="6136787" y="3713798"/>
            <a:ext cx="748422" cy="221711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60541C3F-5C12-49F5-A6EE-352A718858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 rot="10800000">
            <a:off x="6509326" y="4200486"/>
            <a:ext cx="748422" cy="221711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DBA0EB6A-77DD-4F4C-BB63-447AC11728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>
            <a:off x="5574332" y="4144005"/>
            <a:ext cx="748422" cy="221711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2AB34D13-8A10-44F2-A5DB-7B5A162CBB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30091" r="998" b="37435"/>
          <a:stretch/>
        </p:blipFill>
        <p:spPr>
          <a:xfrm>
            <a:off x="3855079" y="2933256"/>
            <a:ext cx="748422" cy="223720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7509BB4-7BE7-49E9-B486-751D9B82F055}"/>
              </a:ext>
            </a:extLst>
          </p:cNvPr>
          <p:cNvCxnSpPr>
            <a:cxnSpLocks/>
          </p:cNvCxnSpPr>
          <p:nvPr/>
        </p:nvCxnSpPr>
        <p:spPr>
          <a:xfrm flipH="1">
            <a:off x="8718889" y="1358356"/>
            <a:ext cx="1900851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3260856D-06D6-42A9-8E38-941C19B8E425}"/>
              </a:ext>
            </a:extLst>
          </p:cNvPr>
          <p:cNvCxnSpPr>
            <a:cxnSpLocks/>
          </p:cNvCxnSpPr>
          <p:nvPr/>
        </p:nvCxnSpPr>
        <p:spPr>
          <a:xfrm flipH="1">
            <a:off x="1678940" y="3236286"/>
            <a:ext cx="174752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1">
            <a:extLst>
              <a:ext uri="{FF2B5EF4-FFF2-40B4-BE49-F238E27FC236}">
                <a16:creationId xmlns:a16="http://schemas.microsoft.com/office/drawing/2014/main" id="{EEEC7CDD-DA72-46BA-B6BE-8E9A976D3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01993" flipH="1">
            <a:off x="10558780" y="2004328"/>
            <a:ext cx="894080" cy="821806"/>
          </a:xfrm>
          <a:prstGeom prst="rect">
            <a:avLst/>
          </a:prstGeom>
        </p:spPr>
      </p:pic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8624286-D664-424B-AABA-9F9FF68F8D3A}"/>
              </a:ext>
            </a:extLst>
          </p:cNvPr>
          <p:cNvCxnSpPr/>
          <p:nvPr/>
        </p:nvCxnSpPr>
        <p:spPr>
          <a:xfrm flipH="1">
            <a:off x="8912860" y="2303472"/>
            <a:ext cx="1706880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9202B084-869C-4E1E-B0B7-FD489E21DE3A}"/>
              </a:ext>
            </a:extLst>
          </p:cNvPr>
          <p:cNvCxnSpPr>
            <a:cxnSpLocks/>
          </p:cNvCxnSpPr>
          <p:nvPr/>
        </p:nvCxnSpPr>
        <p:spPr>
          <a:xfrm flipH="1">
            <a:off x="7306878" y="2445712"/>
            <a:ext cx="331286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D47F3939-53F1-4E12-BACF-48EF99E7D345}"/>
              </a:ext>
            </a:extLst>
          </p:cNvPr>
          <p:cNvCxnSpPr>
            <a:cxnSpLocks/>
          </p:cNvCxnSpPr>
          <p:nvPr/>
        </p:nvCxnSpPr>
        <p:spPr>
          <a:xfrm flipH="1">
            <a:off x="8003545" y="2598112"/>
            <a:ext cx="261619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 16">
            <a:extLst>
              <a:ext uri="{FF2B5EF4-FFF2-40B4-BE49-F238E27FC236}">
                <a16:creationId xmlns:a16="http://schemas.microsoft.com/office/drawing/2014/main" id="{196F90B8-4FF9-4236-9D28-A50E5A762D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29344" flipH="1">
            <a:off x="10669936" y="3711053"/>
            <a:ext cx="778065" cy="771471"/>
          </a:xfrm>
          <a:prstGeom prst="roundRect">
            <a:avLst>
              <a:gd name="adj" fmla="val 50000"/>
            </a:avLst>
          </a:prstGeom>
        </p:spPr>
      </p:pic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75913F0-CEA9-4837-87AA-AABD23DF1447}"/>
              </a:ext>
            </a:extLst>
          </p:cNvPr>
          <p:cNvCxnSpPr>
            <a:cxnSpLocks/>
          </p:cNvCxnSpPr>
          <p:nvPr/>
        </p:nvCxnSpPr>
        <p:spPr>
          <a:xfrm flipH="1">
            <a:off x="8943340" y="4016702"/>
            <a:ext cx="17068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292D8313-7B6F-4D13-A7B3-63BFAC7A59E4}"/>
              </a:ext>
            </a:extLst>
          </p:cNvPr>
          <p:cNvCxnSpPr>
            <a:cxnSpLocks/>
          </p:cNvCxnSpPr>
          <p:nvPr/>
        </p:nvCxnSpPr>
        <p:spPr>
          <a:xfrm flipH="1" flipV="1">
            <a:off x="8003545" y="4144005"/>
            <a:ext cx="2646675" cy="14937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14C32680-36A6-4C89-8001-05DAD53A5FAA}"/>
              </a:ext>
            </a:extLst>
          </p:cNvPr>
          <p:cNvCxnSpPr>
            <a:cxnSpLocks/>
          </p:cNvCxnSpPr>
          <p:nvPr/>
        </p:nvCxnSpPr>
        <p:spPr>
          <a:xfrm flipH="1">
            <a:off x="7150100" y="4292292"/>
            <a:ext cx="350012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0334C6EF-9785-4D88-B38D-DF89AF509FDB}"/>
              </a:ext>
            </a:extLst>
          </p:cNvPr>
          <p:cNvCxnSpPr>
            <a:cxnSpLocks/>
          </p:cNvCxnSpPr>
          <p:nvPr/>
        </p:nvCxnSpPr>
        <p:spPr>
          <a:xfrm flipH="1">
            <a:off x="8943340" y="3884622"/>
            <a:ext cx="1706880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0ECF7E41-52A5-4DCA-9DF6-82E636757166}"/>
              </a:ext>
            </a:extLst>
          </p:cNvPr>
          <p:cNvCxnSpPr>
            <a:cxnSpLocks/>
          </p:cNvCxnSpPr>
          <p:nvPr/>
        </p:nvCxnSpPr>
        <p:spPr>
          <a:xfrm flipH="1">
            <a:off x="7150100" y="1510956"/>
            <a:ext cx="346964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1AD5D23C-688A-425A-A342-06F5C6A12CC2}"/>
              </a:ext>
            </a:extLst>
          </p:cNvPr>
          <p:cNvCxnSpPr>
            <a:cxnSpLocks/>
          </p:cNvCxnSpPr>
          <p:nvPr/>
        </p:nvCxnSpPr>
        <p:spPr>
          <a:xfrm flipH="1">
            <a:off x="1343660" y="3045116"/>
            <a:ext cx="26212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>
            <a:extLst>
              <a:ext uri="{FF2B5EF4-FFF2-40B4-BE49-F238E27FC236}">
                <a16:creationId xmlns:a16="http://schemas.microsoft.com/office/drawing/2014/main" id="{F4616C2A-2E04-43A4-AE9D-1AC4E4DD37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2123" y="2233619"/>
            <a:ext cx="1600282" cy="1739989"/>
          </a:xfrm>
          <a:prstGeom prst="roundRect">
            <a:avLst>
              <a:gd name="adj" fmla="val 30000"/>
            </a:avLst>
          </a:prstGeom>
        </p:spPr>
      </p:pic>
      <p:sp>
        <p:nvSpPr>
          <p:cNvPr id="42" name="Forme libre : forme 41">
            <a:extLst>
              <a:ext uri="{FF2B5EF4-FFF2-40B4-BE49-F238E27FC236}">
                <a16:creationId xmlns:a16="http://schemas.microsoft.com/office/drawing/2014/main" id="{28A8A365-14FF-47E3-962B-E6C79B23D86D}"/>
              </a:ext>
            </a:extLst>
          </p:cNvPr>
          <p:cNvSpPr/>
          <p:nvPr/>
        </p:nvSpPr>
        <p:spPr>
          <a:xfrm>
            <a:off x="4605021" y="2054432"/>
            <a:ext cx="536328" cy="1018860"/>
          </a:xfrm>
          <a:custGeom>
            <a:avLst/>
            <a:gdLst>
              <a:gd name="connsiteX0" fmla="*/ 0 w 559451"/>
              <a:gd name="connsiteY0" fmla="*/ 853440 h 871656"/>
              <a:gd name="connsiteX1" fmla="*/ 294640 w 559451"/>
              <a:gd name="connsiteY1" fmla="*/ 802640 h 871656"/>
              <a:gd name="connsiteX2" fmla="*/ 518160 w 559451"/>
              <a:gd name="connsiteY2" fmla="*/ 294640 h 871656"/>
              <a:gd name="connsiteX3" fmla="*/ 558800 w 559451"/>
              <a:gd name="connsiteY3" fmla="*/ 0 h 871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451" h="871656">
                <a:moveTo>
                  <a:pt x="0" y="853440"/>
                </a:moveTo>
                <a:cubicBezTo>
                  <a:pt x="104140" y="874606"/>
                  <a:pt x="208280" y="895773"/>
                  <a:pt x="294640" y="802640"/>
                </a:cubicBezTo>
                <a:cubicBezTo>
                  <a:pt x="381000" y="709507"/>
                  <a:pt x="474133" y="428413"/>
                  <a:pt x="518160" y="294640"/>
                </a:cubicBezTo>
                <a:cubicBezTo>
                  <a:pt x="562187" y="160867"/>
                  <a:pt x="560493" y="80433"/>
                  <a:pt x="558800" y="0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9886679A-FA50-4740-AAC4-D3774B8A20B6}"/>
              </a:ext>
            </a:extLst>
          </p:cNvPr>
          <p:cNvCxnSpPr>
            <a:cxnSpLocks/>
          </p:cNvCxnSpPr>
          <p:nvPr/>
        </p:nvCxnSpPr>
        <p:spPr>
          <a:xfrm flipV="1">
            <a:off x="3406140" y="3236086"/>
            <a:ext cx="0" cy="10299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32E21724-166F-45AD-A098-7BE1AD8F9BCB}"/>
              </a:ext>
            </a:extLst>
          </p:cNvPr>
          <p:cNvCxnSpPr>
            <a:cxnSpLocks/>
          </p:cNvCxnSpPr>
          <p:nvPr/>
        </p:nvCxnSpPr>
        <p:spPr>
          <a:xfrm flipH="1">
            <a:off x="3375660" y="4266025"/>
            <a:ext cx="230632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Image 52">
            <a:extLst>
              <a:ext uri="{FF2B5EF4-FFF2-40B4-BE49-F238E27FC236}">
                <a16:creationId xmlns:a16="http://schemas.microsoft.com/office/drawing/2014/main" id="{618484DE-1D22-4BFB-BB78-B516CC084D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153245" y="4752398"/>
            <a:ext cx="496384" cy="638208"/>
          </a:xfrm>
          <a:prstGeom prst="rect">
            <a:avLst/>
          </a:prstGeom>
        </p:spPr>
      </p:pic>
      <p:sp>
        <p:nvSpPr>
          <p:cNvPr id="54" name="Forme libre : forme 53">
            <a:extLst>
              <a:ext uri="{FF2B5EF4-FFF2-40B4-BE49-F238E27FC236}">
                <a16:creationId xmlns:a16="http://schemas.microsoft.com/office/drawing/2014/main" id="{E3173675-FC7F-4DBE-BD10-95C91B94E1AC}"/>
              </a:ext>
            </a:extLst>
          </p:cNvPr>
          <p:cNvSpPr/>
          <p:nvPr/>
        </p:nvSpPr>
        <p:spPr>
          <a:xfrm>
            <a:off x="6267450" y="4279356"/>
            <a:ext cx="25400" cy="469900"/>
          </a:xfrm>
          <a:custGeom>
            <a:avLst/>
            <a:gdLst>
              <a:gd name="connsiteX0" fmla="*/ 0 w 25400"/>
              <a:gd name="connsiteY0" fmla="*/ 0 h 469900"/>
              <a:gd name="connsiteX1" fmla="*/ 25400 w 25400"/>
              <a:gd name="connsiteY1" fmla="*/ 469900 h 46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" h="469900">
                <a:moveTo>
                  <a:pt x="0" y="0"/>
                </a:moveTo>
                <a:lnTo>
                  <a:pt x="25400" y="469900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Forme libre : forme 54">
            <a:extLst>
              <a:ext uri="{FF2B5EF4-FFF2-40B4-BE49-F238E27FC236}">
                <a16:creationId xmlns:a16="http://schemas.microsoft.com/office/drawing/2014/main" id="{152C35AD-306A-4842-94DF-82CC1AA96EE9}"/>
              </a:ext>
            </a:extLst>
          </p:cNvPr>
          <p:cNvSpPr/>
          <p:nvPr/>
        </p:nvSpPr>
        <p:spPr>
          <a:xfrm rot="11459514">
            <a:off x="6488443" y="4309454"/>
            <a:ext cx="25400" cy="469900"/>
          </a:xfrm>
          <a:custGeom>
            <a:avLst/>
            <a:gdLst>
              <a:gd name="connsiteX0" fmla="*/ 0 w 25400"/>
              <a:gd name="connsiteY0" fmla="*/ 0 h 469900"/>
              <a:gd name="connsiteX1" fmla="*/ 25400 w 25400"/>
              <a:gd name="connsiteY1" fmla="*/ 469900 h 46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" h="469900">
                <a:moveTo>
                  <a:pt x="0" y="0"/>
                </a:moveTo>
                <a:lnTo>
                  <a:pt x="25400" y="469900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97B67730-DB5F-442E-8BF1-ACEE23A1BB71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7844725" y="2598112"/>
            <a:ext cx="158820" cy="24596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72C6C07C-DE8E-44FA-8E84-C346F94A97C4}"/>
              </a:ext>
            </a:extLst>
          </p:cNvPr>
          <p:cNvCxnSpPr>
            <a:cxnSpLocks/>
          </p:cNvCxnSpPr>
          <p:nvPr/>
        </p:nvCxnSpPr>
        <p:spPr>
          <a:xfrm flipV="1">
            <a:off x="7829930" y="3476618"/>
            <a:ext cx="0" cy="34553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A745C795-C7DF-498C-8AF7-4F3BB82D7782}"/>
              </a:ext>
            </a:extLst>
          </p:cNvPr>
          <p:cNvCxnSpPr>
            <a:cxnSpLocks/>
          </p:cNvCxnSpPr>
          <p:nvPr/>
        </p:nvCxnSpPr>
        <p:spPr>
          <a:xfrm>
            <a:off x="6776524" y="3807759"/>
            <a:ext cx="1060708" cy="1439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orme libre : forme 71">
            <a:extLst>
              <a:ext uri="{FF2B5EF4-FFF2-40B4-BE49-F238E27FC236}">
                <a16:creationId xmlns:a16="http://schemas.microsoft.com/office/drawing/2014/main" id="{C71FA09F-D87B-4708-9A7C-A11190125F8E}"/>
              </a:ext>
            </a:extLst>
          </p:cNvPr>
          <p:cNvSpPr/>
          <p:nvPr/>
        </p:nvSpPr>
        <p:spPr>
          <a:xfrm>
            <a:off x="4775200" y="2158456"/>
            <a:ext cx="1416050" cy="1649638"/>
          </a:xfrm>
          <a:custGeom>
            <a:avLst/>
            <a:gdLst>
              <a:gd name="connsiteX0" fmla="*/ 1416050 w 1416050"/>
              <a:gd name="connsiteY0" fmla="*/ 1644650 h 1649638"/>
              <a:gd name="connsiteX1" fmla="*/ 704850 w 1416050"/>
              <a:gd name="connsiteY1" fmla="*/ 1485900 h 1649638"/>
              <a:gd name="connsiteX2" fmla="*/ 400050 w 1416050"/>
              <a:gd name="connsiteY2" fmla="*/ 565150 h 1649638"/>
              <a:gd name="connsiteX3" fmla="*/ 133350 w 1416050"/>
              <a:gd name="connsiteY3" fmla="*/ 527050 h 1649638"/>
              <a:gd name="connsiteX4" fmla="*/ 0 w 1416050"/>
              <a:gd name="connsiteY4" fmla="*/ 0 h 1649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6050" h="1649638">
                <a:moveTo>
                  <a:pt x="1416050" y="1644650"/>
                </a:moveTo>
                <a:cubicBezTo>
                  <a:pt x="1145116" y="1655233"/>
                  <a:pt x="874183" y="1665817"/>
                  <a:pt x="704850" y="1485900"/>
                </a:cubicBezTo>
                <a:cubicBezTo>
                  <a:pt x="535517" y="1305983"/>
                  <a:pt x="495300" y="724958"/>
                  <a:pt x="400050" y="565150"/>
                </a:cubicBezTo>
                <a:cubicBezTo>
                  <a:pt x="304800" y="405342"/>
                  <a:pt x="200025" y="621242"/>
                  <a:pt x="133350" y="527050"/>
                </a:cubicBezTo>
                <a:cubicBezTo>
                  <a:pt x="66675" y="432858"/>
                  <a:pt x="33337" y="216429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B5E10073-56EA-4BC9-BAA0-D1FD681EABD4}"/>
              </a:ext>
            </a:extLst>
          </p:cNvPr>
          <p:cNvCxnSpPr>
            <a:cxnSpLocks/>
          </p:cNvCxnSpPr>
          <p:nvPr/>
        </p:nvCxnSpPr>
        <p:spPr>
          <a:xfrm flipH="1" flipV="1">
            <a:off x="7863238" y="3497905"/>
            <a:ext cx="140307" cy="661037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 26">
            <a:extLst>
              <a:ext uri="{FF2B5EF4-FFF2-40B4-BE49-F238E27FC236}">
                <a16:creationId xmlns:a16="http://schemas.microsoft.com/office/drawing/2014/main" id="{4A4033A7-2427-42BE-83C0-20A3E136023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4" t="5222" r="-4215" b="5870"/>
          <a:stretch/>
        </p:blipFill>
        <p:spPr>
          <a:xfrm>
            <a:off x="7731733" y="2844079"/>
            <a:ext cx="225983" cy="771699"/>
          </a:xfrm>
          <a:prstGeom prst="rect">
            <a:avLst/>
          </a:prstGeom>
        </p:spPr>
      </p:pic>
      <p:pic>
        <p:nvPicPr>
          <p:cNvPr id="85" name="Image 84">
            <a:extLst>
              <a:ext uri="{FF2B5EF4-FFF2-40B4-BE49-F238E27FC236}">
                <a16:creationId xmlns:a16="http://schemas.microsoft.com/office/drawing/2014/main" id="{5A483478-6774-4FB4-885C-CBDFCFEC827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4" t="5222" r="-4215" b="5870"/>
          <a:stretch/>
        </p:blipFill>
        <p:spPr>
          <a:xfrm>
            <a:off x="7037108" y="2666837"/>
            <a:ext cx="225983" cy="771699"/>
          </a:xfrm>
          <a:prstGeom prst="rect">
            <a:avLst/>
          </a:prstGeom>
        </p:spPr>
      </p:pic>
      <p:cxnSp>
        <p:nvCxnSpPr>
          <p:cNvPr id="88" name="Connecteur droit 87">
            <a:extLst>
              <a:ext uri="{FF2B5EF4-FFF2-40B4-BE49-F238E27FC236}">
                <a16:creationId xmlns:a16="http://schemas.microsoft.com/office/drawing/2014/main" id="{02A71E58-B4A9-4255-8685-EBFE545ED3A0}"/>
              </a:ext>
            </a:extLst>
          </p:cNvPr>
          <p:cNvCxnSpPr>
            <a:cxnSpLocks/>
            <a:endCxn id="85" idx="0"/>
          </p:cNvCxnSpPr>
          <p:nvPr/>
        </p:nvCxnSpPr>
        <p:spPr>
          <a:xfrm>
            <a:off x="7150100" y="1510956"/>
            <a:ext cx="0" cy="115588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B215144F-E94F-4DD5-9A01-3DA261B38660}"/>
              </a:ext>
            </a:extLst>
          </p:cNvPr>
          <p:cNvCxnSpPr>
            <a:cxnSpLocks/>
            <a:endCxn id="85" idx="0"/>
          </p:cNvCxnSpPr>
          <p:nvPr/>
        </p:nvCxnSpPr>
        <p:spPr>
          <a:xfrm flipH="1">
            <a:off x="7150100" y="2445712"/>
            <a:ext cx="170969" cy="22112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74ED8180-1177-4644-8E90-C55D6FFD0444}"/>
              </a:ext>
            </a:extLst>
          </p:cNvPr>
          <p:cNvCxnSpPr>
            <a:cxnSpLocks/>
            <a:stCxn id="85" idx="2"/>
          </p:cNvCxnSpPr>
          <p:nvPr/>
        </p:nvCxnSpPr>
        <p:spPr>
          <a:xfrm>
            <a:off x="7150100" y="3438536"/>
            <a:ext cx="0" cy="14809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eur droit 99">
            <a:extLst>
              <a:ext uri="{FF2B5EF4-FFF2-40B4-BE49-F238E27FC236}">
                <a16:creationId xmlns:a16="http://schemas.microsoft.com/office/drawing/2014/main" id="{2CE9D13B-7036-46E3-9489-53FB24ED0C9B}"/>
              </a:ext>
            </a:extLst>
          </p:cNvPr>
          <p:cNvCxnSpPr>
            <a:cxnSpLocks/>
          </p:cNvCxnSpPr>
          <p:nvPr/>
        </p:nvCxnSpPr>
        <p:spPr>
          <a:xfrm flipH="1" flipV="1">
            <a:off x="6649629" y="3586635"/>
            <a:ext cx="531747" cy="112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Forme libre : forme 103">
            <a:extLst>
              <a:ext uri="{FF2B5EF4-FFF2-40B4-BE49-F238E27FC236}">
                <a16:creationId xmlns:a16="http://schemas.microsoft.com/office/drawing/2014/main" id="{1AF56BF8-25C3-4696-8DED-6A770B515574}"/>
              </a:ext>
            </a:extLst>
          </p:cNvPr>
          <p:cNvSpPr/>
          <p:nvPr/>
        </p:nvSpPr>
        <p:spPr>
          <a:xfrm>
            <a:off x="5431367" y="2137289"/>
            <a:ext cx="626533" cy="1447800"/>
          </a:xfrm>
          <a:custGeom>
            <a:avLst/>
            <a:gdLst>
              <a:gd name="connsiteX0" fmla="*/ 626533 w 626533"/>
              <a:gd name="connsiteY0" fmla="*/ 1447800 h 1447800"/>
              <a:gd name="connsiteX1" fmla="*/ 127000 w 626533"/>
              <a:gd name="connsiteY1" fmla="*/ 965200 h 1447800"/>
              <a:gd name="connsiteX2" fmla="*/ 0 w 626533"/>
              <a:gd name="connsiteY2" fmla="*/ 0 h 144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6533" h="1447800">
                <a:moveTo>
                  <a:pt x="626533" y="1447800"/>
                </a:moveTo>
                <a:cubicBezTo>
                  <a:pt x="428977" y="1327150"/>
                  <a:pt x="231422" y="1206500"/>
                  <a:pt x="127000" y="965200"/>
                </a:cubicBezTo>
                <a:cubicBezTo>
                  <a:pt x="22578" y="723900"/>
                  <a:pt x="11289" y="361950"/>
                  <a:pt x="0" y="0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Forme libre : forme 105">
            <a:extLst>
              <a:ext uri="{FF2B5EF4-FFF2-40B4-BE49-F238E27FC236}">
                <a16:creationId xmlns:a16="http://schemas.microsoft.com/office/drawing/2014/main" id="{61602E57-839C-4875-A903-6C9F4E46F436}"/>
              </a:ext>
            </a:extLst>
          </p:cNvPr>
          <p:cNvSpPr/>
          <p:nvPr/>
        </p:nvSpPr>
        <p:spPr>
          <a:xfrm>
            <a:off x="5041322" y="2128823"/>
            <a:ext cx="3395711" cy="1867191"/>
          </a:xfrm>
          <a:custGeom>
            <a:avLst/>
            <a:gdLst>
              <a:gd name="connsiteX0" fmla="*/ 3395711 w 3395711"/>
              <a:gd name="connsiteY0" fmla="*/ 1862666 h 1867191"/>
              <a:gd name="connsiteX1" fmla="*/ 313845 w 3395711"/>
              <a:gd name="connsiteY1" fmla="*/ 1769533 h 1867191"/>
              <a:gd name="connsiteX2" fmla="*/ 119111 w 3395711"/>
              <a:gd name="connsiteY2" fmla="*/ 1202266 h 1867191"/>
              <a:gd name="connsiteX3" fmla="*/ 457778 w 3395711"/>
              <a:gd name="connsiteY3" fmla="*/ 1168400 h 1867191"/>
              <a:gd name="connsiteX4" fmla="*/ 771045 w 3395711"/>
              <a:gd name="connsiteY4" fmla="*/ 982133 h 1867191"/>
              <a:gd name="connsiteX5" fmla="*/ 779511 w 3395711"/>
              <a:gd name="connsiteY5" fmla="*/ 0 h 1867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95711" h="1867191">
                <a:moveTo>
                  <a:pt x="3395711" y="1862666"/>
                </a:moveTo>
                <a:cubicBezTo>
                  <a:pt x="2127828" y="1871133"/>
                  <a:pt x="859945" y="1879600"/>
                  <a:pt x="313845" y="1769533"/>
                </a:cubicBezTo>
                <a:cubicBezTo>
                  <a:pt x="-232255" y="1659466"/>
                  <a:pt x="95122" y="1302455"/>
                  <a:pt x="119111" y="1202266"/>
                </a:cubicBezTo>
                <a:cubicBezTo>
                  <a:pt x="143100" y="1102077"/>
                  <a:pt x="349122" y="1205089"/>
                  <a:pt x="457778" y="1168400"/>
                </a:cubicBezTo>
                <a:cubicBezTo>
                  <a:pt x="566434" y="1131711"/>
                  <a:pt x="717423" y="1176866"/>
                  <a:pt x="771045" y="982133"/>
                </a:cubicBezTo>
                <a:cubicBezTo>
                  <a:pt x="824667" y="787400"/>
                  <a:pt x="802089" y="393700"/>
                  <a:pt x="779511" y="0"/>
                </a:cubicBezTo>
              </a:path>
            </a:pathLst>
          </a:cu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7" name="Connecteur droit 106">
            <a:extLst>
              <a:ext uri="{FF2B5EF4-FFF2-40B4-BE49-F238E27FC236}">
                <a16:creationId xmlns:a16="http://schemas.microsoft.com/office/drawing/2014/main" id="{899B8E25-8D34-447C-A7B2-BF8FBA402A9F}"/>
              </a:ext>
            </a:extLst>
          </p:cNvPr>
          <p:cNvCxnSpPr>
            <a:cxnSpLocks/>
            <a:stCxn id="108" idx="2"/>
          </p:cNvCxnSpPr>
          <p:nvPr/>
        </p:nvCxnSpPr>
        <p:spPr>
          <a:xfrm>
            <a:off x="8831881" y="3599298"/>
            <a:ext cx="111459" cy="285324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" name="Image 107">
            <a:extLst>
              <a:ext uri="{FF2B5EF4-FFF2-40B4-BE49-F238E27FC236}">
                <a16:creationId xmlns:a16="http://schemas.microsoft.com/office/drawing/2014/main" id="{05FFE692-C563-4E75-818C-E3AFC5EB431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4" t="5222" r="-4215" b="5870"/>
          <a:stretch/>
        </p:blipFill>
        <p:spPr>
          <a:xfrm>
            <a:off x="8718889" y="2827599"/>
            <a:ext cx="225983" cy="771699"/>
          </a:xfrm>
          <a:prstGeom prst="rect">
            <a:avLst/>
          </a:prstGeom>
        </p:spPr>
      </p:pic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931B3CB8-2418-411C-BA12-B2C1AE6A9F5F}"/>
              </a:ext>
            </a:extLst>
          </p:cNvPr>
          <p:cNvCxnSpPr>
            <a:cxnSpLocks/>
            <a:stCxn id="108" idx="0"/>
          </p:cNvCxnSpPr>
          <p:nvPr/>
        </p:nvCxnSpPr>
        <p:spPr>
          <a:xfrm flipH="1" flipV="1">
            <a:off x="8718889" y="1350819"/>
            <a:ext cx="112992" cy="147678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387A5755-B86A-42A1-AE43-B2DA25EBEFAD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8831881" y="2317814"/>
            <a:ext cx="91793" cy="509785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DDDBF1C9-5F4C-4EB7-9058-441DE555E838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062" y="0"/>
            <a:ext cx="2651957" cy="2308291"/>
          </a:xfrm>
          <a:prstGeom prst="rect">
            <a:avLst/>
          </a:prstGeom>
        </p:spPr>
      </p:pic>
      <p:cxnSp>
        <p:nvCxnSpPr>
          <p:cNvPr id="124" name="Connecteur droit 123">
            <a:extLst>
              <a:ext uri="{FF2B5EF4-FFF2-40B4-BE49-F238E27FC236}">
                <a16:creationId xmlns:a16="http://schemas.microsoft.com/office/drawing/2014/main" id="{CEF33C66-894D-4B0C-9A74-850210E1D432}"/>
              </a:ext>
            </a:extLst>
          </p:cNvPr>
          <p:cNvCxnSpPr>
            <a:cxnSpLocks/>
          </p:cNvCxnSpPr>
          <p:nvPr/>
        </p:nvCxnSpPr>
        <p:spPr>
          <a:xfrm flipH="1">
            <a:off x="1474047" y="5119244"/>
            <a:ext cx="1706880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eur droit 124">
            <a:extLst>
              <a:ext uri="{FF2B5EF4-FFF2-40B4-BE49-F238E27FC236}">
                <a16:creationId xmlns:a16="http://schemas.microsoft.com/office/drawing/2014/main" id="{19DFCDA0-B141-47E1-8561-38240EA7A9A3}"/>
              </a:ext>
            </a:extLst>
          </p:cNvPr>
          <p:cNvCxnSpPr>
            <a:cxnSpLocks/>
          </p:cNvCxnSpPr>
          <p:nvPr/>
        </p:nvCxnSpPr>
        <p:spPr>
          <a:xfrm flipH="1">
            <a:off x="1481032" y="5231731"/>
            <a:ext cx="17068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eur droit 125">
            <a:extLst>
              <a:ext uri="{FF2B5EF4-FFF2-40B4-BE49-F238E27FC236}">
                <a16:creationId xmlns:a16="http://schemas.microsoft.com/office/drawing/2014/main" id="{E691D7B1-CB55-4AC0-A82E-63B26813F264}"/>
              </a:ext>
            </a:extLst>
          </p:cNvPr>
          <p:cNvCxnSpPr>
            <a:cxnSpLocks/>
          </p:cNvCxnSpPr>
          <p:nvPr/>
        </p:nvCxnSpPr>
        <p:spPr>
          <a:xfrm flipH="1">
            <a:off x="1474047" y="5373244"/>
            <a:ext cx="170688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126">
            <a:extLst>
              <a:ext uri="{FF2B5EF4-FFF2-40B4-BE49-F238E27FC236}">
                <a16:creationId xmlns:a16="http://schemas.microsoft.com/office/drawing/2014/main" id="{5B810817-2816-4659-B5A6-B313B57780A9}"/>
              </a:ext>
            </a:extLst>
          </p:cNvPr>
          <p:cNvCxnSpPr>
            <a:cxnSpLocks/>
          </p:cNvCxnSpPr>
          <p:nvPr/>
        </p:nvCxnSpPr>
        <p:spPr>
          <a:xfrm flipH="1">
            <a:off x="1481032" y="5485731"/>
            <a:ext cx="170688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3" name="Image 122">
            <a:extLst>
              <a:ext uri="{FF2B5EF4-FFF2-40B4-BE49-F238E27FC236}">
                <a16:creationId xmlns:a16="http://schemas.microsoft.com/office/drawing/2014/main" id="{EC0C9A07-BE6A-4202-91C3-86330B3F5583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21740" t="28976" r="19215" b="27153"/>
          <a:stretch/>
        </p:blipFill>
        <p:spPr>
          <a:xfrm>
            <a:off x="410376" y="4934524"/>
            <a:ext cx="1130300" cy="826447"/>
          </a:xfrm>
          <a:prstGeom prst="rect">
            <a:avLst/>
          </a:prstGeom>
        </p:spPr>
      </p:pic>
      <p:sp>
        <p:nvSpPr>
          <p:cNvPr id="128" name="Ellipse 127">
            <a:extLst>
              <a:ext uri="{FF2B5EF4-FFF2-40B4-BE49-F238E27FC236}">
                <a16:creationId xmlns:a16="http://schemas.microsoft.com/office/drawing/2014/main" id="{EF03578C-3E45-445F-BBEF-9866C4924B8C}"/>
              </a:ext>
            </a:extLst>
          </p:cNvPr>
          <p:cNvSpPr/>
          <p:nvPr/>
        </p:nvSpPr>
        <p:spPr>
          <a:xfrm>
            <a:off x="2975211" y="5078438"/>
            <a:ext cx="262255" cy="185351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Ellipse 128">
            <a:extLst>
              <a:ext uri="{FF2B5EF4-FFF2-40B4-BE49-F238E27FC236}">
                <a16:creationId xmlns:a16="http://schemas.microsoft.com/office/drawing/2014/main" id="{40938F2F-B0B4-441A-AB6F-EA1330861709}"/>
              </a:ext>
            </a:extLst>
          </p:cNvPr>
          <p:cNvSpPr/>
          <p:nvPr/>
        </p:nvSpPr>
        <p:spPr>
          <a:xfrm>
            <a:off x="2968250" y="5344218"/>
            <a:ext cx="262255" cy="185351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37" name="Groupe 136">
            <a:extLst>
              <a:ext uri="{FF2B5EF4-FFF2-40B4-BE49-F238E27FC236}">
                <a16:creationId xmlns:a16="http://schemas.microsoft.com/office/drawing/2014/main" id="{93373196-D948-4FB6-A28B-4A012AB797B7}"/>
              </a:ext>
            </a:extLst>
          </p:cNvPr>
          <p:cNvGrpSpPr/>
          <p:nvPr/>
        </p:nvGrpSpPr>
        <p:grpSpPr>
          <a:xfrm>
            <a:off x="417337" y="5902483"/>
            <a:ext cx="2820129" cy="826447"/>
            <a:chOff x="8266731" y="5463764"/>
            <a:chExt cx="2820129" cy="826447"/>
          </a:xfrm>
        </p:grpSpPr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BC088759-7B3E-46FE-8466-3F06D30745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30402" y="5648484"/>
              <a:ext cx="170688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9DCC6851-2DBC-4079-A699-D711B68032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37387" y="5760971"/>
              <a:ext cx="170688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necteur droit 131">
              <a:extLst>
                <a:ext uri="{FF2B5EF4-FFF2-40B4-BE49-F238E27FC236}">
                  <a16:creationId xmlns:a16="http://schemas.microsoft.com/office/drawing/2014/main" id="{178F51CD-1840-424A-935E-CB6CF350F3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30402" y="5902484"/>
              <a:ext cx="1706880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necteur droit 132">
              <a:extLst>
                <a:ext uri="{FF2B5EF4-FFF2-40B4-BE49-F238E27FC236}">
                  <a16:creationId xmlns:a16="http://schemas.microsoft.com/office/drawing/2014/main" id="{D6AC9BAF-FEF5-4B95-9767-B4FE3C5E58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37387" y="6014971"/>
              <a:ext cx="1706880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4" name="Image 133">
              <a:extLst>
                <a:ext uri="{FF2B5EF4-FFF2-40B4-BE49-F238E27FC236}">
                  <a16:creationId xmlns:a16="http://schemas.microsoft.com/office/drawing/2014/main" id="{0AB82BA7-39D8-4A2E-AD3D-C6181F6604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21740" t="28976" r="19215" b="27153"/>
            <a:stretch/>
          </p:blipFill>
          <p:spPr>
            <a:xfrm>
              <a:off x="8266731" y="5463764"/>
              <a:ext cx="1130300" cy="826447"/>
            </a:xfrm>
            <a:prstGeom prst="rect">
              <a:avLst/>
            </a:prstGeom>
          </p:spPr>
        </p:pic>
        <p:sp>
          <p:nvSpPr>
            <p:cNvPr id="136" name="Ellipse 135">
              <a:extLst>
                <a:ext uri="{FF2B5EF4-FFF2-40B4-BE49-F238E27FC236}">
                  <a16:creationId xmlns:a16="http://schemas.microsoft.com/office/drawing/2014/main" id="{A7D8BA59-0538-406B-A621-75993EFA41BC}"/>
                </a:ext>
              </a:extLst>
            </p:cNvPr>
            <p:cNvSpPr/>
            <p:nvPr/>
          </p:nvSpPr>
          <p:spPr>
            <a:xfrm>
              <a:off x="10824605" y="5873458"/>
              <a:ext cx="262255" cy="18535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8" name="ZoneTexte 137">
            <a:extLst>
              <a:ext uri="{FF2B5EF4-FFF2-40B4-BE49-F238E27FC236}">
                <a16:creationId xmlns:a16="http://schemas.microsoft.com/office/drawing/2014/main" id="{9B1CBD1B-A930-403E-8164-33BD868AC040}"/>
              </a:ext>
            </a:extLst>
          </p:cNvPr>
          <p:cNvSpPr txBox="1"/>
          <p:nvPr/>
        </p:nvSpPr>
        <p:spPr>
          <a:xfrm>
            <a:off x="649385" y="4692247"/>
            <a:ext cx="2588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Shunt de fonctionnement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EC6F331D-3DAB-409B-B396-E6FF893B5FA2}"/>
              </a:ext>
            </a:extLst>
          </p:cNvPr>
          <p:cNvSpPr txBox="1"/>
          <p:nvPr/>
        </p:nvSpPr>
        <p:spPr>
          <a:xfrm>
            <a:off x="1534933" y="6497218"/>
            <a:ext cx="1703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Shunt de charge</a:t>
            </a:r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01E31935-454C-4AB3-B543-4BA8CBBCBC0E}"/>
              </a:ext>
            </a:extLst>
          </p:cNvPr>
          <p:cNvSpPr txBox="1"/>
          <p:nvPr/>
        </p:nvSpPr>
        <p:spPr>
          <a:xfrm>
            <a:off x="3187888" y="5026365"/>
            <a:ext cx="6639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Soudure</a:t>
            </a:r>
          </a:p>
        </p:txBody>
      </p:sp>
      <p:sp>
        <p:nvSpPr>
          <p:cNvPr id="141" name="ZoneTexte 140">
            <a:extLst>
              <a:ext uri="{FF2B5EF4-FFF2-40B4-BE49-F238E27FC236}">
                <a16:creationId xmlns:a16="http://schemas.microsoft.com/office/drawing/2014/main" id="{DD77C92C-0E19-4935-BFE9-0404748AF17D}"/>
              </a:ext>
            </a:extLst>
          </p:cNvPr>
          <p:cNvSpPr txBox="1"/>
          <p:nvPr/>
        </p:nvSpPr>
        <p:spPr>
          <a:xfrm>
            <a:off x="3187888" y="5323060"/>
            <a:ext cx="6639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Soudure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D52C41F6-5A5E-43D4-9627-D37379F2E63F}"/>
              </a:ext>
            </a:extLst>
          </p:cNvPr>
          <p:cNvSpPr txBox="1"/>
          <p:nvPr/>
        </p:nvSpPr>
        <p:spPr>
          <a:xfrm>
            <a:off x="3180927" y="6274047"/>
            <a:ext cx="6639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Soudure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6341568B-7ACA-4DB1-831C-D7B4AA7B9635}"/>
              </a:ext>
            </a:extLst>
          </p:cNvPr>
          <p:cNvSpPr txBox="1"/>
          <p:nvPr/>
        </p:nvSpPr>
        <p:spPr>
          <a:xfrm>
            <a:off x="6551554" y="4941779"/>
            <a:ext cx="11673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 err="1"/>
              <a:t>Wago</a:t>
            </a:r>
            <a:r>
              <a:rPr lang="fr-FR" sz="1100" dirty="0"/>
              <a:t> ou domino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57E793D7-1A90-4888-B5B1-7834A16E5FB1}"/>
              </a:ext>
            </a:extLst>
          </p:cNvPr>
          <p:cNvSpPr txBox="1"/>
          <p:nvPr/>
        </p:nvSpPr>
        <p:spPr>
          <a:xfrm>
            <a:off x="1925572" y="2690719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Masse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69BA6FEE-5ED3-47F4-B047-6DF5A1541194}"/>
              </a:ext>
            </a:extLst>
          </p:cNvPr>
          <p:cNvSpPr txBox="1"/>
          <p:nvPr/>
        </p:nvSpPr>
        <p:spPr>
          <a:xfrm>
            <a:off x="2030456" y="3259996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12V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2F98B45B-1449-4B17-9836-7E24EAAA9F2D}"/>
              </a:ext>
            </a:extLst>
          </p:cNvPr>
          <p:cNvSpPr txBox="1"/>
          <p:nvPr/>
        </p:nvSpPr>
        <p:spPr>
          <a:xfrm>
            <a:off x="10765844" y="1125053"/>
            <a:ext cx="873957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5V</a:t>
            </a:r>
          </a:p>
          <a:p>
            <a:r>
              <a:rPr lang="fr-FR" sz="1050" dirty="0"/>
              <a:t>Masse</a:t>
            </a:r>
          </a:p>
          <a:p>
            <a:r>
              <a:rPr lang="fr-FR" sz="1050" dirty="0"/>
              <a:t>Nappe vidéo</a:t>
            </a:r>
          </a:p>
        </p:txBody>
      </p:sp>
      <p:sp>
        <p:nvSpPr>
          <p:cNvPr id="148" name="ZoneTexte 147">
            <a:extLst>
              <a:ext uri="{FF2B5EF4-FFF2-40B4-BE49-F238E27FC236}">
                <a16:creationId xmlns:a16="http://schemas.microsoft.com/office/drawing/2014/main" id="{A4139612-895F-4F34-9220-B9D8C3C0C963}"/>
              </a:ext>
            </a:extLst>
          </p:cNvPr>
          <p:cNvSpPr txBox="1"/>
          <p:nvPr/>
        </p:nvSpPr>
        <p:spPr>
          <a:xfrm>
            <a:off x="11481587" y="2137289"/>
            <a:ext cx="537327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5V</a:t>
            </a:r>
          </a:p>
          <a:p>
            <a:r>
              <a:rPr lang="fr-FR" sz="1050" dirty="0"/>
              <a:t>Masse</a:t>
            </a:r>
          </a:p>
          <a:p>
            <a:r>
              <a:rPr lang="fr-FR" sz="1050" dirty="0"/>
              <a:t>12V</a:t>
            </a:r>
          </a:p>
        </p:txBody>
      </p:sp>
      <p:sp>
        <p:nvSpPr>
          <p:cNvPr id="149" name="ZoneTexte 148">
            <a:extLst>
              <a:ext uri="{FF2B5EF4-FFF2-40B4-BE49-F238E27FC236}">
                <a16:creationId xmlns:a16="http://schemas.microsoft.com/office/drawing/2014/main" id="{FAD4E591-40BE-43DD-8835-82A0B18391E1}"/>
              </a:ext>
            </a:extLst>
          </p:cNvPr>
          <p:cNvSpPr txBox="1"/>
          <p:nvPr/>
        </p:nvSpPr>
        <p:spPr>
          <a:xfrm>
            <a:off x="11428515" y="3727456"/>
            <a:ext cx="39946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5V</a:t>
            </a:r>
          </a:p>
          <a:p>
            <a:r>
              <a:rPr lang="fr-FR" sz="1050" dirty="0"/>
              <a:t>5V</a:t>
            </a:r>
          </a:p>
          <a:p>
            <a:r>
              <a:rPr lang="fr-FR" sz="1050" dirty="0"/>
              <a:t>12V</a:t>
            </a:r>
          </a:p>
          <a:p>
            <a:r>
              <a:rPr lang="fr-FR" sz="1050" dirty="0"/>
              <a:t>12V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C241997E-4052-4DDC-98CC-6425C592FAFD}"/>
              </a:ext>
            </a:extLst>
          </p:cNvPr>
          <p:cNvSpPr txBox="1"/>
          <p:nvPr/>
        </p:nvSpPr>
        <p:spPr>
          <a:xfrm>
            <a:off x="642813" y="1904230"/>
            <a:ext cx="930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Batterie</a:t>
            </a:r>
          </a:p>
        </p:txBody>
      </p:sp>
    </p:spTree>
    <p:extLst>
      <p:ext uri="{BB962C8B-B14F-4D97-AF65-F5344CB8AC3E}">
        <p14:creationId xmlns:p14="http://schemas.microsoft.com/office/powerpoint/2010/main" val="201209133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51</Words>
  <Application>Microsoft Office PowerPoint</Application>
  <PresentationFormat>Grand écran</PresentationFormat>
  <Paragraphs>38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Olivier FAUVARQUE, Ifremer Brest PDG-REM-RDT-LDCM, 02 98 22 49 97</dc:creator>
  <cp:lastModifiedBy>Olivier FAUVARQUE, Ifremer Brest PDG-REM-RDT-LDCM, 02 98 22 49 97</cp:lastModifiedBy>
  <cp:revision>8</cp:revision>
  <dcterms:created xsi:type="dcterms:W3CDTF">2025-12-18T17:46:54Z</dcterms:created>
  <dcterms:modified xsi:type="dcterms:W3CDTF">2025-12-23T13:05:12Z</dcterms:modified>
</cp:coreProperties>
</file>